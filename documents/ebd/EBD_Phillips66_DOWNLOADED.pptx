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Phillips 66 | Oil &amp; Gas / Energy</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Retail</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2331 CityWest Blvd, Houston, TX 77042</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Meeting Date/Time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March 15, 2026 | 9:00 AM - 4:00 PM CST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r>
                        <a:t>Meeting Location</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Executive Briefing Center - Austin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t>2331 CityWest Blvd, Houston, TX 77042</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Engagement Type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1:1 Executive Briefing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www.phillips66.com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EBD/Meeting Point of Contact</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Michael Torres, Sr. Account Executive, michael.torres@oracle.com, (713) 555-4567</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Oracle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David Chen, VP Cloud Security Solutions, david.chen@oracle.com</a:t>
                      </a:r>
                      <a:br/>
                      <a:r>
                        <a:t>Rachel Martinez, Sr. Director Infrastructure Security, rachel.martinez@oracle.com</a:t>
                      </a:r>
                      <a:br/>
                      <a:r>
                        <a:t>Kevin Park, Principal Security Architect, kevin.park@oracle.com</a:t>
                      </a:r>
                    </a:p>
                    <a:p>
                      <a:r>
                        <a:t>Sarah Kim, Sr. Director Customer Experience, sarah.kim@oracle.com</a:t>
                      </a:r>
                    </a:p>
                    <a:p>
                      <a:r>
                        <a:t>James Liu, Principal Data Architect, james.liu@oracle.com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r>
                        <a:t>Customer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William Anderson, CISO</a:t>
                      </a:r>
                      <a:br/>
                      <a:r>
                        <a:t>Jennifer Hughes, VP IT Infrastructure</a:t>
                      </a:r>
                      <a:br/>
                      <a:r>
                        <a:t>Robert Thompson, Director Cloud Operations</a:t>
                      </a:r>
                      <a:br/>
                      <a:r>
                        <a:t>Sarah Mitchell, Head of Compliance &amp; Risk</a:t>
                      </a:r>
                      <a:br/>
                      <a:r>
                        <a:t>Marcus Lee, Senior Security Engineer</a:t>
                      </a:r>
                    </a:p>
                    <a:p>
                      <a:r>
                        <a:t>David Kim, Director Supply Chain Technology</a:t>
                      </a:r>
                    </a:p>
                    <a:p>
                      <a:r>
                        <a:t>Patricia Lee, Head of Customer Insights</a:t>
                      </a:r>
                    </a:p>
                    <a:p>
                      <a:r>
                        <a:t>Michael Brown, Senior Data Scientist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Phillips 66 is a $150B diversified energy manufacturing and logistics company. Headquartered in Houston, Texas, they operate 13 refineries, 22 terminals, and over 7,000 retail locations. With 14,000 employees across North America and Europe, Phillips 66 processes 2.2 million barrels of crude oil per day. They are in the midst of a major cloud migration initiative to modernize their IT infrastructure while maintaining strict security and compliance requirements for critical energy infrastructure.</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Evaluate Oracle Cloud Infrastructure (OCI) security capabilities for protecting critical energy infrastructure and operational technology (OT) systems</a:t>
                      </a:r>
                      <a:br/>
                      <a:r>
                        <a:t>2. Understand Oracle's Zero Trust security architecture and how it applies to hybrid cloud environments</a:t>
                      </a:r>
                      <a:br/>
                      <a:r>
                        <a:t>3. Review Oracle's compliance certifications (SOC 2, ISO 27001, NERC CIP) for energy sector requirements</a:t>
                      </a:r>
                      <a:br/>
                      <a:r>
                        <a:t>4. Discuss Oracle's threat detection and response capabilities using AI/ML</a:t>
                      </a:r>
                      <a:br/>
                      <a:r>
                        <a:t>5. Explore Oracle's data sovereignty and regional data residency options for international operations</a:t>
                      </a:r>
                    </a:p>
                    <a:p>
                      <a:r>
                        <a:t>2. Evaluate Oracle's manufacturing execution and supply chain planning capabilities for aerospace compliance requirements</a:t>
                      </a:r>
                    </a:p>
                    <a:p>
                      <a:r>
                        <a:t>3. Discuss AI/ML capabilities for predictive maintenance and demand forecasting</a:t>
                      </a:r>
                    </a:p>
                    <a:p>
                      <a:r>
                        <a:t>4. Review TCO comparison and implementation timeline for a phased rollout approach</a:t>
                      </a:r>
                    </a:p>
                    <a:p>
                      <a:r>
                        <a:t>5. Meet with Oracle executives to establish strategic partnership for their 5-year digital transformation roadmap</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HYBRID CLOUD SECURITY: Managing security across on-premises SCADA systems, private cloud, and public cloud environments; current fragmented security tools cost $8M annually and create visibility gaps</a:t>
                      </a:r>
                      <a:br/>
                      <a:br/>
                      <a:r>
                        <a:t>2. RANSOMWARE THREAT: Energy sector is #1 target for ransomware attacks; recent industry peer suffered $45M attack; need advanced threat detection and immutable backups</a:t>
                      </a:r>
                      <a:br/>
                      <a:br/>
                      <a:r>
                        <a:t>3. COMPLIANCE COMPLEXITY: Must maintain NERC CIP, TSA Pipeline Security, and SOX compliance across 13 refineries; current manual audit processes take 6+ months and cost $5M annually</a:t>
                      </a:r>
                      <a:br/>
                      <a:br/>
                      <a:r>
                        <a:t>4. IDENTITY &amp; ACCESS MANAGEMENT: 14,000 employees plus 8,000 contractors need secure access; legacy IAM system lacks modern MFA and privileged access management; recent audit found 2,400 orphaned accounts</a:t>
                      </a:r>
                      <a:br/>
                      <a:br/>
                      <a:r>
                        <a:t>5. OT/IT CONVERGENCE: Industrial control systems increasingly connected to IT networks; need secure architecture that protects operational technology without impacting refinery operations</a:t>
                      </a:r>
                    </a:p>
                    <a:p/>
                    <a:p>
                      <a:r>
                        <a:t>2. SUPPLY CHAIN VISIBILITY: Limited real-time visibility into supplier inventory and production capacity; recent chip shortage caused 6-week production delays and $12M in lost revenue</a:t>
                      </a:r>
                    </a:p>
                    <a:p/>
                    <a:p>
                      <a:r>
                        <a:t>3. COMPLIANCE &amp; TRACEABILITY: Aerospace customers (Boeing, Lockheed) requiring AS9100 compliance with full component traceability; current systems lack unified audit trail</a:t>
                      </a:r>
                    </a:p>
                    <a:p/>
                    <a:p>
                      <a:r>
                        <a:t>4. WORKFORCE CHALLENGES: 40% of senior manufacturing engineers retiring in next 5 years; need to capture institutional knowledge and automate manual processes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CEO Vision: "Secure digital transformation to become the safest, most efficient energy company by 2030"</a:t>
                      </a:r>
                      <a:br/>
                      <a:br/>
                      <a:r>
                        <a:t>IT Security Strategy:</a:t>
                      </a:r>
                      <a:br/>
                      <a:r>
                        <a:t>- Zero Trust architecture adoption across all environments</a:t>
                      </a:r>
                      <a:br/>
                      <a:r>
                        <a:t>- Cloud-first for new workloads with security-by-design</a:t>
                      </a:r>
                      <a:br/>
                      <a:r>
                        <a:t>- Unified security operations center (SOC) with AI-driven threat detection</a:t>
                      </a:r>
                      <a:br/>
                      <a:r>
                        <a:t>- Automated compliance monitoring and reporting</a:t>
                      </a:r>
                      <a:br/>
                      <a:r>
                        <a:t>- Identity-centric security model with continuous verification</a:t>
                      </a:r>
                      <a:br/>
                      <a:r>
                        <a:t>- 24/7 threat monitoring with &lt;15 minute response SLA</a:t>
                      </a:r>
                    </a:p>
                    <a:p/>
                    <a:p>
                      <a:r>
                        <a:t>IT Strategy:</a:t>
                      </a:r>
                    </a:p>
                    <a:p>
                      <a:r>
                        <a:t>- Cloud-first approach for all new applications</a:t>
                      </a:r>
                    </a:p>
                    <a:p>
                      <a:r>
                        <a:t>- Consolidate to single ERP platform within 3 years</a:t>
                      </a:r>
                    </a:p>
                    <a:p>
                      <a:r>
                        <a:t>- Implement IoT sensors across all production lines for real-time monitoring</a:t>
                      </a:r>
                    </a:p>
                    <a:p>
                      <a:r>
                        <a:t>- Leverage AI for predictive maintenance (targeting 30% reduction in unplanned downtime)</a:t>
                      </a:r>
                    </a:p>
                    <a:p>
                      <a:r>
                        <a:t>- Modernize B2B integration with suppliers and customers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t>CEO Vision: "Secure digital transformation to become the safest, most efficient energy company by 2030"</a:t>
                      </a:r>
                      <a:br/>
                      <a:br/>
                      <a:r>
                        <a:t>IT Security Strategy:</a:t>
                      </a:r>
                      <a:br/>
                      <a:r>
                        <a:t>- Zero Trust architecture adoption across all environments</a:t>
                      </a:r>
                      <a:br/>
                      <a:r>
                        <a:t>- Cloud-first for new workloads with security-by-design</a:t>
                      </a:r>
                      <a:br/>
                      <a:r>
                        <a:t>- Unified security operations center (SOC) with AI-driven threat detection</a:t>
                      </a:r>
                      <a:br/>
                      <a:r>
                        <a:t>- Automated compliance monitoring and reporting</a:t>
                      </a:r>
                      <a:br/>
                      <a:r>
                        <a:t>- Identity-centric security model with continuous verification</a:t>
                      </a:r>
                      <a:br/>
                      <a:r>
                        <a:t>- 24/7 threat monitoring with &lt;15 minute response SLA</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Evaluation / Active Opportunity ($12.5M TCV)</a:t>
                      </a:r>
                      <a:br/>
                      <a:r>
                        <a:t>- Security assessment completed Q4 2025</a:t>
                      </a:r>
                      <a:br/>
                      <a:r>
                        <a:t>- RFP issued to Oracle, Microsoft Azure, and AWS</a:t>
                      </a:r>
                      <a:br/>
                      <a:r>
                        <a:t>- Security deep-dive scheduled for March 2026</a:t>
                      </a:r>
                      <a:br/>
                      <a:r>
                        <a:t>- Decision expected Q2 2026</a:t>
                      </a:r>
                      <a:br/>
                      <a:br/>
                      <a:r>
                        <a:t>WHY CONSIDERING ORACLE:</a:t>
                      </a:r>
                      <a:br/>
                      <a:r>
                        <a:t>- Existing Oracle Database footprint (80% of enterprise databases)</a:t>
                      </a:r>
                      <a:br/>
                      <a:r>
                        <a:t>- Oracle's integrated security stack appeal vs. point solutions</a:t>
                      </a:r>
                      <a:br/>
                      <a:r>
                        <a:t>- Energy sector references (Chevron, Shell, BP)</a:t>
                      </a:r>
                      <a:br/>
                      <a:r>
                        <a:t>- Oracle's government and defense security credentials</a:t>
                      </a:r>
                      <a:br/>
                      <a:br/>
                      <a:r>
                        <a:t>RECENT IMPLEMENTATIONS:</a:t>
                      </a:r>
                      <a:br/>
                      <a:r>
                        <a:t>- Oracle Identity Cloud Service POC completed (positive results)</a:t>
                      </a:r>
                      <a:br/>
                      <a:r>
                        <a:t>- Oracle Autonomous Database deployed for financial systems (2024)</a:t>
                      </a:r>
                    </a:p>
                    <a:p>
                      <a:r>
                        <a:t>- Initial discovery completed Q3 2025</a:t>
                      </a:r>
                    </a:p>
                    <a:p>
                      <a:r>
                        <a:t>- RFP issued to Oracle, SAP, and Microsoft</a:t>
                      </a:r>
                    </a:p>
                    <a:p>
                      <a:r>
                        <a:t>- Technical deep-dive scheduled for February 2026</a:t>
                      </a:r>
                    </a:p>
                    <a:p>
                      <a:r>
                        <a:t>- Decision expected Q2 2026</a:t>
                      </a:r>
                    </a:p>
                    <a:p/>
                    <a:p>
                      <a:r>
                        <a:t>WHY CONSIDERING ORACLE:</a:t>
                      </a:r>
                    </a:p>
                    <a:p>
                      <a:r>
                        <a:t>- Existing Oracle Database footprint (60% of data warehouses)</a:t>
                      </a:r>
                    </a:p>
                    <a:p>
                      <a:r>
                        <a:t>- Positive experience with Oracle support</a:t>
                      </a:r>
                    </a:p>
                    <a:p>
                      <a:r>
                        <a:t>- Industry references from aerospace peers (Honeywell, Textron)</a:t>
                      </a:r>
                    </a:p>
                    <a:p/>
                    <a:p>
                      <a:r>
                        <a:t>RECENT IMPLEMENTATIONS:</a:t>
                      </a:r>
                    </a:p>
                    <a:p>
                      <a:r>
                        <a:t>- Oracle Analytics Cloud deployed in 2024 (successful)</a:t>
                      </a:r>
                    </a:p>
                    <a:p>
                      <a:r>
                        <a:t>- Oracle Autonomous Database POC completed (positive results)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YELLOW - Opportunity at risk</a:t>
                      </a:r>
                      <a:br/>
                      <a:br/>
                      <a:r>
                        <a:t>POSITIVES:</a:t>
                      </a:r>
                      <a:br/>
                      <a:r>
                        <a:t>- CISO (William Anderson) impressed with Oracle's security-first architecture</a:t>
                      </a:r>
                      <a:br/>
                      <a:r>
                        <a:t>- VP IT Infrastructure prefers Oracle's integrated approach over Azure's fragmented tools</a:t>
                      </a:r>
                      <a:br/>
                      <a:r>
                        <a:t>- Strong existing Oracle Database relationship</a:t>
                      </a:r>
                      <a:br/>
                      <a:br/>
                      <a:r>
                        <a:t>POTENTIAL DERAILERS:</a:t>
                      </a:r>
                      <a:br/>
                      <a:r>
                        <a:t>- CFO concerned about Oracle's pricing vs. AWS/Azure</a:t>
                      </a:r>
                      <a:br/>
                      <a:r>
                        <a:t>- Microsoft offering significant Azure credits ($5M)</a:t>
                      </a:r>
                      <a:br/>
                      <a:r>
                        <a:t>- Board questioning why not standardize on Microsoft given O365 deployment</a:t>
                      </a:r>
                      <a:br/>
                      <a:r>
                        <a:t>- Concerns about Oracle's energy sector security references</a:t>
                      </a:r>
                    </a:p>
                    <a:p/>
                    <a:p>
                      <a:r>
                        <a:t>POSITIVES:</a:t>
                      </a:r>
                    </a:p>
                    <a:p>
                      <a:r>
                        <a:t>- Executive sponsor (CIO James Wilson) is former Oracle customer at previous company</a:t>
                      </a:r>
                    </a:p>
                    <a:p>
                      <a:r>
                        <a:t>- CFO impressed with Oracle's financial management capabilities in demos</a:t>
                      </a:r>
                    </a:p>
                    <a:p>
                      <a:r>
                        <a:t>- IT team prefers Oracle's integration capabilities</a:t>
                      </a:r>
                    </a:p>
                    <a:p/>
                    <a:p>
                      <a:r>
                        <a:t>POTENTIAL DERAILERS:</a:t>
                      </a:r>
                    </a:p>
                    <a:p>
                      <a:r>
                        <a:t>- CEO has personal relationship with SAP executive</a:t>
                      </a:r>
                    </a:p>
                    <a:p>
                      <a:r>
                        <a:t>- Concerns about implementation timeline (want go-live within 18 months)</a:t>
                      </a:r>
                    </a:p>
                    <a:p>
                      <a:r>
                        <a:t>- Board pressure to show quick ROI</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INTEGRATED SECURITY STACK: Demonstrate Oracle's unified security platform (OCI Security, Identity, Key Management) vs. competitors' fragmented approach - highlight $3M+ annual savings from tool consolidation at similar energy companies</a:t>
                      </a:r>
                      <a:br/>
                      <a:br/>
                      <a:r>
                        <a:t>2. ENERGY SECTOR EXPERTISE: Showcase Oracle's energy customers (Chevron achieved 60% faster threat response, Shell reduced compliance costs by 40%) and our NERC CIP / TSA compliance capabilities</a:t>
                      </a:r>
                      <a:br/>
                      <a:br/>
                      <a:r>
                        <a:t>3. AI-POWERED THREAT DETECTION: Present Oracle's Cloud Guard and Security Zones with autonomous threat detection - differentiate from AWS/Azure with embedded AI that requires no additional configuration</a:t>
                      </a:r>
                    </a:p>
                    <a:p/>
                    <a:p>
                      <a:r>
                        <a:t>2. UNIFIED PLATFORM VALUE: Demonstrate how Oracle Fusion Cloud eliminates integration costs and provides single source of truth - reference $4M+ annual savings at similar-sized manufacturers</a:t>
                      </a:r>
                    </a:p>
                    <a:p/>
                    <a:p>
                      <a:r>
                        <a:t>3. AI/INNOVATION LEADERSHIP: Showcase Oracle's embedded AI capabilities for demand sensing, predictive maintenance, and supply chain optimization - differentiate from SAP's bolt-on approach</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1:1 Executive Briefing | December 10, 2025 / Virtual | David Chen | William Anderson, Jennifer Hughes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October 15, 2025 / Virtual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Sarah Mitchell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James Wilson, Lisa Chang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r>
                        <a:t>Oracle OpenWorld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September 2025 / Las Vegas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Thomas Anderson, SVP</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Robert Hayes, Amanda Foster</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Michael Torres, Sr. Account Executive, michael.torres@oracle.com, (713) 555-4567</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Lisa Wong, Strategic Account Manager, lisa.wong@oracle.com, (713) 555-8901</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James Rodriguez, Customer Success Manager, james.rodriguez@oracle.com, (713) 555-2345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Sarah Mitchell, SVP Energy Sector Sales, sarah.mitchell@oracle.com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Deloitte - Energy &amp; Resources Cybersecurity Practice (Primary), Accenture Security (Secondary)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March 2024</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Yes - Expires Dec 2026</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John Smith, LMS Specialist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Yes</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Maria Garcia, SIA Manager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William Anderson, CISO, william.anderson@phillips66.com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Primary decision maker for security investments. Laser-focused on protecting critical infrastructure from nation-state threats. Previously led security at Marathon Oil. Skeptical of cloud security but open to evidence. Wants to see real-world energy sector deployments.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Oracle advocate - used Oracle successfully at previous company. Main champion for this initiative. Concerned about implementation partner quality and timeline.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Deloitte - Energy &amp; Resources Cybersecurity Practice (Primary), Accenture Security (Secondary)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Chevron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Oil &amp; Gas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www.honeywell.com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Infrastructure, Oracle Identity Cloud, Oracle Security Operations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Migrated 500+ critical applications to OCI with zero security incidents. Achieved 60% faster threat detection and response time. Reduced security tool sprawl from 45 to 12 solutions, saving $4.5M annually.</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Chevron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Oil &amp; Gas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www.spiritaero.com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Infrastructure, Oracle Identity Cloud, Oracle Security Operations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Migrated 500+ critical applications to OCI with zero security incidents. Achieved 60% faster threat detection and response time. Reduced security tool sprawl from 45 to 12 solutions, saving $4.5M annually.</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Chevron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Oil &amp; Gas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www.txtav.com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Infrastructure, Oracle Identity Cloud, Oracle Security Operations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Migrated 500+ critical applications to OCI with zero security incidents. Achieved 60% faster threat detection and response time. Reduced security tool sprawl from 45 to 12 solutions, saving $4.5M annually.</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$4.2M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65%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$2.8M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$1.5M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70%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$8.5M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Enterprise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$45M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$2.1M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$2.8B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4.7%</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JD Edwards (legacy)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SAP S/4HANA</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$1.2M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Oracle Database 19c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Microsoft SQL Server</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WebLogic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IBM MQ</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