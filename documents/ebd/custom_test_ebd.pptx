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Briefing Document — Custom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Primary presenter: Zara CustomTest (Oracle Strategic Account Executive).</a:t>
            </a:r>
            <a:br/>
            <a:r>
              <a:t>Customer reference: Acme Demo Corp achieved $42M ROI in first year.</a:t>
            </a:r>
            <a:br/>
            <a:r>
              <a:t>Use these names and this reference in the agenda when generating sessions.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